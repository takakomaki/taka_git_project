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60C0-4A1C-4659-BDAF-CA908CF6977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7F48-CBCF-46B9-AE2C-321FE6EBBD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751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60C0-4A1C-4659-BDAF-CA908CF6977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7F48-CBCF-46B9-AE2C-321FE6EBBD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520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60C0-4A1C-4659-BDAF-CA908CF6977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7F48-CBCF-46B9-AE2C-321FE6EBBD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763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60C0-4A1C-4659-BDAF-CA908CF6977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7F48-CBCF-46B9-AE2C-321FE6EBBD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104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60C0-4A1C-4659-BDAF-CA908CF6977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7F48-CBCF-46B9-AE2C-321FE6EBBD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907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60C0-4A1C-4659-BDAF-CA908CF6977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7F48-CBCF-46B9-AE2C-321FE6EBBD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271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60C0-4A1C-4659-BDAF-CA908CF6977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7F48-CBCF-46B9-AE2C-321FE6EBBD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54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60C0-4A1C-4659-BDAF-CA908CF6977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7F48-CBCF-46B9-AE2C-321FE6EBBD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6252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60C0-4A1C-4659-BDAF-CA908CF6977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7F48-CBCF-46B9-AE2C-321FE6EBBD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1789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60C0-4A1C-4659-BDAF-CA908CF6977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7F48-CBCF-46B9-AE2C-321FE6EBBD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714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60C0-4A1C-4659-BDAF-CA908CF6977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7F48-CBCF-46B9-AE2C-321FE6EBBD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653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360C0-4A1C-4659-BDAF-CA908CF6977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F7F48-CBCF-46B9-AE2C-321FE6EBBD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238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E6D5B77-AE3B-82A8-3D4E-0192AE442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217" y="0"/>
            <a:ext cx="4553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3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</TotalTime>
  <Words>0</Words>
  <Application>Microsoft Office PowerPoint</Application>
  <PresentationFormat>画面に合わせる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takako takahashi</dc:creator>
  <cp:lastModifiedBy>Maki Takako</cp:lastModifiedBy>
  <cp:revision>4</cp:revision>
  <dcterms:created xsi:type="dcterms:W3CDTF">2024-03-11T12:11:53Z</dcterms:created>
  <dcterms:modified xsi:type="dcterms:W3CDTF">2025-09-03T10:54:49Z</dcterms:modified>
</cp:coreProperties>
</file>